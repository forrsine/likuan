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f7b92b3ca9495d" /><Relationship Type="http://schemas.openxmlformats.org/officeDocument/2006/relationships/extended-properties" Target="/docProps/app.xml" Id="R08c94daa632d4b42" /><Relationship Type="http://schemas.openxmlformats.org/officeDocument/2006/relationships/officeDocument" Target="/ppt/presentation.xml" Id="Rb58d90a7d4074a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859a5bbedd4c39"/>
  </p:sldMasterIdLst>
  <p:notesMasterIdLst>
    <p:notesMasterId xmlns:r="http://schemas.openxmlformats.org/officeDocument/2006/relationships" r:id="R4c699b827d114fcc"/>
  </p:notesMasterIdLst>
  <p:sldIdLst>
    <p:sldId xmlns:r="http://schemas.openxmlformats.org/officeDocument/2006/relationships" id="256" r:id="R75e92a7d27f84160"/>
    <p:sldId xmlns:r="http://schemas.openxmlformats.org/officeDocument/2006/relationships" id="257" r:id="R7e1d71bd4d3c46f3"/>
    <p:sldId xmlns:r="http://schemas.openxmlformats.org/officeDocument/2006/relationships" id="258" r:id="Re7614ebe24f04d93"/>
    <p:sldId xmlns:r="http://schemas.openxmlformats.org/officeDocument/2006/relationships" id="259" r:id="Rcc07bfd04d294160"/>
    <p:sldId xmlns:r="http://schemas.openxmlformats.org/officeDocument/2006/relationships" id="260" r:id="Rf22bc3aae26a4d72"/>
    <p:sldId xmlns:r="http://schemas.openxmlformats.org/officeDocument/2006/relationships" id="261" r:id="R13d9511ac7f24339"/>
    <p:sldId xmlns:r="http://schemas.openxmlformats.org/officeDocument/2006/relationships" id="262" r:id="R9f30439ed7b94496"/>
    <p:sldId xmlns:r="http://schemas.openxmlformats.org/officeDocument/2006/relationships" id="263" r:id="Ree715909dbdd41d3"/>
    <p:sldId xmlns:r="http://schemas.openxmlformats.org/officeDocument/2006/relationships" id="264" r:id="R984a8e4fec94495a"/>
    <p:sldId xmlns:r="http://schemas.openxmlformats.org/officeDocument/2006/relationships" id="265" r:id="Rcf52fe9b89f748f1"/>
    <p:sldId xmlns:r="http://schemas.openxmlformats.org/officeDocument/2006/relationships" id="266" r:id="R14521cf74da04d88"/>
    <p:sldId xmlns:r="http://schemas.openxmlformats.org/officeDocument/2006/relationships" id="267" r:id="R26919c8411c642b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2d3c7929534de6" /><Relationship Type="http://schemas.openxmlformats.org/officeDocument/2006/relationships/slideMaster" Target="/ppt/slideMasters/slideMaster1.xml" Id="R84859a5bbedd4c39" /><Relationship Type="http://schemas.openxmlformats.org/officeDocument/2006/relationships/notesMaster" Target="/ppt/notesMasters/notesMaster1.xml" Id="R4c699b827d114fcc" /><Relationship Type="http://schemas.openxmlformats.org/officeDocument/2006/relationships/presProps" Target="/ppt/presProps.xml" Id="Rfc292b1fed6e46f4" /><Relationship Type="http://schemas.openxmlformats.org/officeDocument/2006/relationships/tableStyles" Target="/ppt/tableStyles.xml" Id="Rfea8c9d5f7674bf9" /><Relationship Type="http://schemas.openxmlformats.org/officeDocument/2006/relationships/slide" Target="/ppt/slides/slide1.xml" Id="R75e92a7d27f84160" /><Relationship Type="http://schemas.openxmlformats.org/officeDocument/2006/relationships/slide" Target="/ppt/slides/slide2.xml" Id="R7e1d71bd4d3c46f3" /><Relationship Type="http://schemas.openxmlformats.org/officeDocument/2006/relationships/slide" Target="/ppt/slides/slide3.xml" Id="Re7614ebe24f04d93" /><Relationship Type="http://schemas.openxmlformats.org/officeDocument/2006/relationships/slide" Target="/ppt/slides/slide4.xml" Id="Rcc07bfd04d294160" /><Relationship Type="http://schemas.openxmlformats.org/officeDocument/2006/relationships/slide" Target="/ppt/slides/slide5.xml" Id="Rf22bc3aae26a4d72" /><Relationship Type="http://schemas.openxmlformats.org/officeDocument/2006/relationships/slide" Target="/ppt/slides/slide6.xml" Id="R13d9511ac7f24339" /><Relationship Type="http://schemas.openxmlformats.org/officeDocument/2006/relationships/slide" Target="/ppt/slides/slide7.xml" Id="R9f30439ed7b94496" /><Relationship Type="http://schemas.openxmlformats.org/officeDocument/2006/relationships/slide" Target="/ppt/slides/slide8.xml" Id="Ree715909dbdd41d3" /><Relationship Type="http://schemas.openxmlformats.org/officeDocument/2006/relationships/slide" Target="/ppt/slides/slide9.xml" Id="R984a8e4fec94495a" /><Relationship Type="http://schemas.openxmlformats.org/officeDocument/2006/relationships/slide" Target="/ppt/slides/slide10.xml" Id="Rcf52fe9b89f748f1" /><Relationship Type="http://schemas.openxmlformats.org/officeDocument/2006/relationships/slide" Target="/ppt/slides/slide11.xml" Id="R14521cf74da04d88" /><Relationship Type="http://schemas.openxmlformats.org/officeDocument/2006/relationships/slide" Target="/ppt/slides/slide12.xml" Id="R26919c8411c642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bf2af18e0946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1c2432b1f5403d" /><Relationship Type="http://schemas.openxmlformats.org/officeDocument/2006/relationships/notesMaster" Target="/ppt/notesMasters/notesMaster1.xml" Id="R2413e38664304d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790984081c4129" /><Relationship Type="http://schemas.openxmlformats.org/officeDocument/2006/relationships/notesMaster" Target="/ppt/notesMasters/notesMaster1.xml" Id="R6b16bec57c0143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01125ebe4e4f78" /><Relationship Type="http://schemas.openxmlformats.org/officeDocument/2006/relationships/notesMaster" Target="/ppt/notesMasters/notesMaster1.xml" Id="R1c145e71c4ce4a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180bc49da64417" /><Relationship Type="http://schemas.openxmlformats.org/officeDocument/2006/relationships/notesMaster" Target="/ppt/notesMasters/notesMaster1.xml" Id="R548ccba510754d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940e9ae0214359" /><Relationship Type="http://schemas.openxmlformats.org/officeDocument/2006/relationships/notesMaster" Target="/ppt/notesMasters/notesMaster1.xml" Id="R683ccefa2d244e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d69457040d475e" /><Relationship Type="http://schemas.openxmlformats.org/officeDocument/2006/relationships/notesMaster" Target="/ppt/notesMasters/notesMaster1.xml" Id="R22b62875809945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4736ba4dde4e39" /><Relationship Type="http://schemas.openxmlformats.org/officeDocument/2006/relationships/notesMaster" Target="/ppt/notesMasters/notesMaster1.xml" Id="Rb85054ec36ff47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1be046ff02498b" /><Relationship Type="http://schemas.openxmlformats.org/officeDocument/2006/relationships/notesMaster" Target="/ppt/notesMasters/notesMaster1.xml" Id="R857a86ae085642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7f1df036d84bda" /><Relationship Type="http://schemas.openxmlformats.org/officeDocument/2006/relationships/notesMaster" Target="/ppt/notesMasters/notesMaster1.xml" Id="R6425551955e046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9d33b8ee014cf4" /><Relationship Type="http://schemas.openxmlformats.org/officeDocument/2006/relationships/notesMaster" Target="/ppt/notesMasters/notesMaster1.xml" Id="R42bb4272c2ea4e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0e1e146720480b" /><Relationship Type="http://schemas.openxmlformats.org/officeDocument/2006/relationships/notesMaster" Target="/ppt/notesMasters/notesMaster1.xml" Id="Rea24663396ad426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13a909f675042db" /><Relationship Type="http://schemas.openxmlformats.org/officeDocument/2006/relationships/notesMaster" Target="/ppt/notesMasters/notesMaster1.xml" Id="R63db88f449f94a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e3d490664542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2093b27fb84ab6" /><Relationship Type="http://schemas.openxmlformats.org/officeDocument/2006/relationships/slideLayout" Target="/ppt/slideLayouts/slideLayout1.xml" Id="Rb606d868b4f748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06d868b4f748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7f1c8897c74640" /><Relationship Type="http://schemas.openxmlformats.org/officeDocument/2006/relationships/notesSlide" Target="/ppt/notesSlides/notesSlide1.xml" Id="R015c5ac7d0684b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a67a7f31741f7" /><Relationship Type="http://schemas.openxmlformats.org/officeDocument/2006/relationships/notesSlide" Target="/ppt/notesSlides/notesSlide2.xml" Id="R1bb5e43e00fd45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d85f66dd141c4" /><Relationship Type="http://schemas.openxmlformats.org/officeDocument/2006/relationships/notesSlide" Target="/ppt/notesSlides/notesSlide3.xml" Id="R70483d7a0e904f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1b32b267814dc8" /><Relationship Type="http://schemas.openxmlformats.org/officeDocument/2006/relationships/notesSlide" Target="/ppt/notesSlides/notesSlide4.xml" Id="R06903b5320cb48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e56c162354603" /><Relationship Type="http://schemas.openxmlformats.org/officeDocument/2006/relationships/notesSlide" Target="/ppt/notesSlides/notesSlide5.xml" Id="R5bc29159bba942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1f35e2788443cb" /><Relationship Type="http://schemas.openxmlformats.org/officeDocument/2006/relationships/notesSlide" Target="/ppt/notesSlides/notesSlide6.xml" Id="R116711d6b4be42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a135683b7942fb" /><Relationship Type="http://schemas.openxmlformats.org/officeDocument/2006/relationships/notesSlide" Target="/ppt/notesSlides/notesSlide7.xml" Id="Rafe9e45afe2b43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904e25a424aa5" /><Relationship Type="http://schemas.openxmlformats.org/officeDocument/2006/relationships/notesSlide" Target="/ppt/notesSlides/notesSlide8.xml" Id="R3605eb6e4b4c44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f1e99c9f3d4d59" /><Relationship Type="http://schemas.openxmlformats.org/officeDocument/2006/relationships/chart" Target="/ppt/slides/charts/chart1.xml" Id="R0a74147c92a64de2" /><Relationship Type="http://schemas.openxmlformats.org/officeDocument/2006/relationships/notesSlide" Target="/ppt/notesSlides/notesSlide9.xml" Id="R431e1576ae5941a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64d9c494d2452c" /><Relationship Type="http://schemas.openxmlformats.org/officeDocument/2006/relationships/notesSlide" Target="/ppt/notesSlides/notesSlide10.xml" Id="Rf8cb1ec157f3421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d12f7c4954224" /><Relationship Type="http://schemas.openxmlformats.org/officeDocument/2006/relationships/notesSlide" Target="/ppt/notesSlides/notesSlide11.xml" Id="R1b8cc95180904c2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22bd0339d4118" /><Relationship Type="http://schemas.openxmlformats.org/officeDocument/2006/relationships/notesSlide" Target="/ppt/notesSlides/notesSlide12.xml" Id="Rca8f71ff83a7483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DFA 相对 NFA 匹配加速</c:v>
          </c:tx>
          <c:spPr>
            <a:solidFill xmlns:a="http://schemas.openxmlformats.org/drawingml/2006/main">
              <a:srgbClr val="FF6B35"/>
            </a:solidFill>
          </c:spPr>
          <c:dLbls/>
          <c:cat>
            <c:strLit>
              <c:ptCount val="4"/>
              <c:pt idx="0">
                <c:v>word-digits</c:v>
              </c:pt>
              <c:pt idx="1">
                <c:v>alternation</c:v>
              </c:pt>
              <c:pt idx="2">
                <c:v>nested-plus</c:v>
              </c:pt>
              <c:pt idx="3">
                <c:v>identifier</c:v>
              </c:pt>
            </c:strLit>
          </c:cat>
          <c:val>
            <c:numLit>
              <c:formatCode>General</c:formatCode>
              <c:ptCount val="4"/>
              <c:pt idx="0">
                <c:v>28.2</c:v>
              </c:pt>
              <c:pt idx="1">
                <c:v>14.5</c:v>
              </c:pt>
              <c:pt idx="2">
                <c:v>19.5</c:v>
              </c:pt>
              <c:pt idx="3">
                <c:v>14.5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000000"/>
                  </a:solidFill>
                </a:defRPr>
              </a:pPr>
            </a:p>
          </c:txPr>
          <c:dLblPos val="outEnd"/>
          <c:showVal val="1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55555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1E3B9D-1C97-4331-AA83-977F8C58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C17 正则表达式引擎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71CFE6-AF28-4BD6-AA04-FA4ACBDF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8590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第十四天最终报告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467D5-34CA-44C5-862A-59470477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57700"/>
            <a:ext cx="657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从正则表达式到 NFA、DFA、最小化 DFA 的完整实现，并完成测试、可视化、性能基准和现场演示脚本。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4300D-DF92-4DB0-A22F-B05A7A6F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85800"/>
            <a:ext cx="379095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EB3A5-7036-4301-9007-25C22868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123950"/>
            <a:ext cx="32194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&gt; .\scripts\demo.ps1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mode: DFA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match [2,8): abc123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group 1: abc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group 2: 123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lexer → AST → NFA → MinDFA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benchmark → DOT export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79559D-D087-4E81-82CB-7719A3BC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206824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DA50FE-BE74-4A42-8122-EAB08340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最终汇报围绕成果闭环展开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F04756-A32F-40AF-9E5B-6505E785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85850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先说明题目，再讲实现路径，最后用测试和演示证明它能跑。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6ABCC-9E7B-4CB0-BF8F-C9DA55B9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3B7607-9BDF-4D86-8A8D-66454676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240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58FFC0-6410-4290-91D8-71854E92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6D49C4-5C4D-4A27-867A-95365C25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621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题目目标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A56184-849D-4D96-A7E8-0786A82A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9072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实现一个可编译、可匹配、可分析的 C17 正则引擎。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66ECEE-B80C-437C-81C0-2372FB6C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B4187-42C4-4AD0-88D7-5D4A7357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479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系统设计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39EEBA-B5BD-493D-86E3-8946548F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7652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把正则编译为 AST、NFA、DFA 和最小化 DFA。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30092B-6336-4038-B9CF-5E083C1A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3ACB01-455B-4395-92C2-649D2078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337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开发进展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D9356D-4DA0-4875-B5FD-2CEB6AA2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6232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按 14 天计划从核心算法推进到最终演示。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F75C8C-23C8-459F-A24E-F5450ACF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195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E8B8D9-50B0-400E-8AFC-01DD9D16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195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验证结果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C51A7D-D1EA-4514-8ED9-E53C3AB1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4812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单元、压力、一致性、DOT 和 benchmark 均已覆盖。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4689EF-2BB9-47F9-878B-D06A4B17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53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9119F4-4A3A-42FF-A020-B525AE50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现场演示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8F94E5-2535-4E43-B917-25B84100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73392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一条脚本展示匹配、dump、DOT 和性能结果。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F93029-DE93-4FD6-AFA9-338310BB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BD5F91-9442-4A24-A5F5-81B6DF4D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911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问题总结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02A982-624F-4BF6-AAFF-BFFF74FC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41972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说明环境、可视化和 DFA 捕获组的工程取舍。</a:t>
            </a:r>
          </a:p>
        </p:txBody>
      </p:sp>
    </p:spTree>
    <p:extLst>
      <p:ext uri="{BB962C8B-B14F-4D97-AF65-F5344CB8AC3E}">
        <p14:creationId xmlns:p14="http://schemas.microsoft.com/office/powerpoint/2010/main" val="17163609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657510-658E-4296-9F8E-2CEEE356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项目已经形成从输入到验证的完整链路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AE8139-B7D2-4D0D-9CB2-4A69E65D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85850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最终状态不是单个函数，而是一套引擎、工具、测试和文档。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FDD374-F0F5-4027-9BF0-E5EBBD86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DEA246-5187-4F2F-9B31-72B9928B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240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55E10B-26D4-4C1C-944B-CC6D5608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14668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E6D8E-C87F-4640-87E8-174B13D9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正则输入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AE5DD8-F48F-461B-B02B-981A3488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1620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字符、转义、量词、分组、锚点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26698E-F6B2-40B0-AB6E-C03E3CAD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1051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8E7CB9-E056-459B-BE85-647012B9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324100"/>
            <a:ext cx="14668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6B6003-EE2D-4E86-9C9D-9700785B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76500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Lexer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277F46-0A14-447A-A9A5-6FA99AD6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895600"/>
            <a:ext cx="11620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拆分 token 并保留错误位置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613DC7-E8A2-4F1B-B37C-EDBF93B7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051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E7CD60-82B2-4431-80FD-152BD644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24100"/>
            <a:ext cx="14668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E31273-9F38-4F4D-940E-D28F0F8A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206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Parser / AST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CFB0B4-B2E2-485A-A5BE-AB266520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95600"/>
            <a:ext cx="11620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递归下降解析优先级结构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02E6DC-F6BB-43AF-8997-93CD7A72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051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59730C-8346-4BA8-92CD-5854F08B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24100"/>
            <a:ext cx="14668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C0F895-BF36-427A-AF63-78B2E284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76500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541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Thompson NFA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F36BD5-D59A-4EA6-98CD-F9D6CB34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11620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epsilon 转移和状态表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8CE636-1BF6-41CE-A1ED-D5895D0C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051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DE7ABD-F02E-474E-B6BB-0061185B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24100"/>
            <a:ext cx="14668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169C92-CCA6-486A-B020-40CF1EF9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76500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136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DFA / MinDFA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5EF3B3-E573-4F8F-93BE-69002DAE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95600"/>
            <a:ext cx="11620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子集构造与 Hopcroft 最小化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E03DA5-BB28-4764-8050-E2E352F3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1051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C4F4CE-E6E6-4B3C-A92A-04E99E89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324100"/>
            <a:ext cx="14668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078F80-3901-4008-BE96-22203B82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476500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API / CLI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E231DF-CFA9-4B83-AA72-74BC4170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895600"/>
            <a:ext cx="11620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match、search、dump、bench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C6CB17-29FA-4236-A841-EF5CBCD9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核心结论：代码已经能在 Windows 原生环境构建、测试、运行，并保留 WSL/Linux 的 POSIX 与 sanitizer 验证入口。</a:t>
            </a:r>
          </a:p>
        </p:txBody>
      </p:sp>
    </p:spTree>
    <p:extLst>
      <p:ext uri="{BB962C8B-B14F-4D97-AF65-F5344CB8AC3E}">
        <p14:creationId xmlns:p14="http://schemas.microsoft.com/office/powerpoint/2010/main" val="13113486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88A81D-0A09-4185-9BB9-E7F7E285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十四天计划从基础实现推进到最终交付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FA56D-C38F-4CE5-93D7-1BAAFA6F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85850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先搭语法和自动机主干，再补质量验证、可视化和演示材料。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873D6-1E04-49F0-B79D-9BBE984F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45204F-3803-491B-B05C-190D9E82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240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57200" y="1866900"/>
          <a:ext xmlns:a="http://schemas.openxmlformats.org/drawingml/2006/main" cx="108585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857250"/>
                <a:gridCol w="5298281"/>
                <a:gridCol w="3178969"/>
              </a:tblGrid>
              <a:tr h="5715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阶段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天数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主要完成内容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交付结果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需求与骨架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1-2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题目理解、系统设计、目录结构、构建入口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设计文档、README、CMake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编译前端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3-4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lexer、字符类、转义、parser、AST、错误信息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token/AST dump 与测试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自动机核心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5-8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NFA、DFA、字符压缩、边界锚点、Hopcroft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匹配器、统一 API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质量与功能补齐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9-12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捕获组、findall、压力测试、性能、DOT 可视化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测试、benchmark、DOT 文件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收尾与答辩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13-14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缺陷复查、一键演示、最终报告和 PPT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demo.ps1、最终报告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74CD10-BA2B-48F4-9D5B-F55211D0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第十四天的重点是 code freeze、最终报告、性能结论和可演示性检查。</a:t>
            </a:r>
          </a:p>
        </p:txBody>
      </p:sp>
    </p:spTree>
    <p:extLst>
      <p:ext uri="{BB962C8B-B14F-4D97-AF65-F5344CB8AC3E}">
        <p14:creationId xmlns:p14="http://schemas.microsoft.com/office/powerpoint/2010/main" val="5749419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026B26-3C59-4FE4-B82F-81D6CDEA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语法前端把文本正则变成可计算结构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95B5D-9BD0-44E3-A8B9-02ED828F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85850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lexer 和 parser 负责把用户输入转换为 AST，这是后续自动机构造的基础。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19365-32E4-4CC1-BAB9-C6192270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6ECA84-A0CE-46E6-8CD8-DDFD7546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240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46797-7E30-4C76-A626-40A295DC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49530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1753E-84E2-426A-A1C9-FFDA24B0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支持语法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BBEE68-BFDF-470A-816D-2A5AAA48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03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F98931-7264-4317-B3E9-DB75FFE1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14650"/>
            <a:ext cx="3962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普通字符、连接、选择、分组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91AE03-6969-45F2-A36B-5B211744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5347A0-74EF-4D4B-9B06-AF3AE166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71850"/>
            <a:ext cx="3962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*, +, ?, {m}, {m,}, {m,n}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82548B-FA05-4328-A7D5-D60474F5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147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6723C2-97FA-416A-AC6A-0615FE0A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3962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., [a-z], [^...], \d, \w, \s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67D241-9C68-4EB7-97D0-8578CB42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703BE0-5954-4F8C-BC0B-89032761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86250"/>
            <a:ext cx="3962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^ 和 $ 边界锚点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A26BCB-4169-4693-90F7-C2CD1C69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291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935398-4DAF-4452-8AB3-50A401D9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43450"/>
            <a:ext cx="3962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错误位置和可读错误信息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B24BD0-7D68-4D41-A638-8EA8A612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81200"/>
            <a:ext cx="51435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6911B7-F3C5-4159-B50D-14B5EC8E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479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示例 AST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451606-6158-4415-AA4E-889A49BD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14650"/>
            <a:ext cx="4381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432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([a-z]+)\d{2,4}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CONCAT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GROUP #1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  PLUS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    CLASS [a-z]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REPEAT {2,4}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  CLASS [0-9]</a:t>
            </a:r>
          </a:p>
        </p:txBody>
      </p:sp>
    </p:spTree>
    <p:extLst>
      <p:ext uri="{BB962C8B-B14F-4D97-AF65-F5344CB8AC3E}">
        <p14:creationId xmlns:p14="http://schemas.microsoft.com/office/powerpoint/2010/main" val="6558204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6B8692-0E0B-41D0-992E-DEBD9494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自动机链路决定匹配能力和性能上限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9470A0-9814-4062-BD37-48E196A6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85850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NFA 保持构造简单，DFA 用更多编译成本换取更快的重复匹配。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04C302-6B68-4E04-AA4E-01E2049A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166B48-34AD-41E5-AA36-5E017012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240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3679C0-DAFB-496B-B0AE-76C5A1FB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43100"/>
            <a:ext cx="49530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051F3A-C802-4CC7-B603-C6245A5B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NFA 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0147B1-96C4-4539-BF93-4D33ECA6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384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60BE18-6618-42D8-B1A2-C934434A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3867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使用 Thompson 构造法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34F54-C9EB-461F-8378-5F8D7C8B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71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752FF5-8CF9-4310-B03C-1D8AA560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86150"/>
            <a:ext cx="3867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epsilon-closure 支持非确定转移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7537DE-D7C9-415D-9A02-7E82A271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052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8F3922-5E02-460B-809E-980E648F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19550"/>
            <a:ext cx="3867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适合快速编译和解释执行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869B20-93BC-4175-A724-3E80F7E2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3DB838-DB62-4177-BFBA-9ED247FF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52950"/>
            <a:ext cx="3867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捕获组通过标签回填记录区间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41D7CB-C0DD-469D-9A36-414FB2D5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43100"/>
            <a:ext cx="51435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6F0AFD-CF8E-4B2B-8B05-282544DE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098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DFA / MinDFA 路径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CA5C8D-CCBD-4434-ABEA-DBA07F31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384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31961E-5DCF-45A5-A1F5-E5453615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4057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子集构造把状态集合确定化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3F3638-CED3-48DB-BCFA-BE6B9A57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71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01C4D1-7A55-4780-B8AB-7BA60498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86150"/>
            <a:ext cx="4057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字符等价类压缩转移表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9400AF-505F-4ED6-B0EB-DEC72F79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052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3ED210-AC50-4AC7-9D38-977F16B6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19550"/>
            <a:ext cx="4057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Hopcroft 合并等价状态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B34163-4304-47A7-8EB4-2DA34111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386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1C5A63-D205-46BF-853A-5ACE2FF1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52950"/>
            <a:ext cx="4057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852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DFA 先定位整体匹配，再由 NFA 回填捕获组</a:t>
            </a:r>
          </a:p>
        </p:txBody>
      </p:sp>
    </p:spTree>
    <p:extLst>
      <p:ext uri="{BB962C8B-B14F-4D97-AF65-F5344CB8AC3E}">
        <p14:creationId xmlns:p14="http://schemas.microsoft.com/office/powerpoint/2010/main" val="20478087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A99AA6-95F7-499E-93B4-3E8685F3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API 和工具让引擎可以直接使用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91989C-DA9F-4F34-8A5A-7EC5A13F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85850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最终交付不只包含库，还包含调试、可视化和性能入口。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6E6A68-134E-4AA2-8EE4-90DDA1B4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8B3AA-5F98-4082-885B-8B073271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240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57200" y="1866900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4872038"/>
                <a:gridCol w="4557713"/>
              </a:tblGrid>
              <a:tr h="530679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类别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代表内容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用途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公开 API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regex_compile / search / match / findall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在 C 程序中嵌入正则能力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状态统计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regex_get_stats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读取 NFA、DFA、字符类数量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命令行匹配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rx_cli --dfa PATTERN TEXT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现场展示匹配和捕获组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结构导出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rx_dump_tokens / ast / nfa / dfa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解释编译过程和自动机结构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可视化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rx_dump_dot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导出 Graphviz DOT 文件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性能基准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rx_bench --csv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比较 NFA 与 DFA 的匹配成本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11306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B179DA-C684-45EE-B2CE-9F777734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测试结果说明当前版本可以稳定运行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3B0B1-242A-45F7-A3F6-F088B7CA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85850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第 13 天已完成最终回归，覆盖单元、压力、一致性和 DOT 结构验证。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6A36DB-31E5-4D31-AF3B-5C2B3D3A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35F0D7-48CA-41C5-B782-76EBD2B7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240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DC4333-AA1D-446B-92A2-9C4DDF2A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24765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4AE8FB-E580-465B-8EB4-D4B71DED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019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81735A-185F-436D-A5EB-57E7460A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测试程序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7EDA3-81F1-4C82-B9B0-63314A76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2019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lexer、parser、NFA、DFA、DOT、API、stress、conformance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86D811-210A-4A88-9CD8-1A3F14D7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38350"/>
            <a:ext cx="24765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4078C7-E311-4D8A-9E2F-BBC2126F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86000"/>
            <a:ext cx="2019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90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D543F0-E611-49D6-A9B1-9EEB4A89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0515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一致性执行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4920E6-5410-48B8-AAAB-D52FF293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00450"/>
            <a:ext cx="2019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45 组模式在 NFA 和 DFA 两条路径分别执行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407241-481C-4330-BC17-BEDDF464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38350"/>
            <a:ext cx="24765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D2D29C-8344-4503-88EA-021088BA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86000"/>
            <a:ext cx="2019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/W4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EC7CBA-E19C-4B43-AAB8-41A9FAA8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0515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编译检查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A1209B-0D89-4957-B3B9-E781EAEB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00450"/>
            <a:ext cx="2019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Windows Scope MSVC 构建通过，无新增警告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007731-24A7-4C11-B8BF-8A6E1171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38350"/>
            <a:ext cx="24765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B2996B-B53F-444B-83DF-8F319937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86000"/>
            <a:ext cx="2019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8F3E8C-E243-4AD3-A20D-47230456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0515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演示命令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8074A1-FE2C-4ABD-AD2E-E2FA6B21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00450"/>
            <a:ext cx="2019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demo.ps1 串起构建、dump、DOT 和 benchmark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EAB60D-639F-4743-96BA-703B3603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回归命令：powershell -ExecutionPolicy Bypass -File .\scripts\build-msvc.ps1 -Test</a:t>
            </a:r>
          </a:p>
        </p:txBody>
      </p:sp>
    </p:spTree>
    <p:extLst>
      <p:ext uri="{BB962C8B-B14F-4D97-AF65-F5344CB8AC3E}">
        <p14:creationId xmlns:p14="http://schemas.microsoft.com/office/powerpoint/2010/main" val="14861932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8D035E-06EB-490C-B88C-4708B739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性能结果显示 DFA 更适合重复匹配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56971D-9AE8-4702-AF55-4249DF8E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85850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在 Windows Release 基准中，DFA 编译更重，但匹配阶段明显快于 NFA。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D9F8F-6EB4-4005-8748-49D6FFAD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AB248F-5849-40D1-BE7D-BDAB4312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240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57200" y="1809750"/>
          <a:ext xmlns:a="http://schemas.openxmlformats.org/drawingml/2006/main" cx="6667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a74147c92a64de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29FBB8-87C0-4B88-AB00-F8325BCC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76450"/>
            <a:ext cx="342900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24E63-0391-4607-91E8-2A80EAC5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431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怎么解释这张图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74ACF7-5284-4542-8A9B-0CF58585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146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FAD33F-D7DB-42A1-99BF-2EDD34C0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28950"/>
            <a:ext cx="251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329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NFA 编译轻，适合一次性短文本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C0C0D8-A68B-4283-B2CD-084A5F88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90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F9C2C8-96C2-4AAC-B029-1F368BE8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05200"/>
            <a:ext cx="251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697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DFA 匹配快，适合复用同一模式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F0326D-6D3C-445F-9C07-DC247B28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671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13D71D-E7AB-4C6C-B251-91BBDC70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81450"/>
            <a:ext cx="251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最终报告仍标注 Windows clock() 的计时限制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DE2710-6831-46DC-9D98-07828F2A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数据来源：docs/day11-performance-report.md，100000 次 Release 匹配。</a:t>
            </a:r>
          </a:p>
        </p:txBody>
      </p:sp>
    </p:spTree>
    <p:extLst>
      <p:ext uri="{BB962C8B-B14F-4D97-AF65-F5344CB8AC3E}">
        <p14:creationId xmlns:p14="http://schemas.microsoft.com/office/powerpoint/2010/main" val="15916540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05036D-2937-4E3A-AB52-5F35F59A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第十三天补齐了现场演示闭环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0FD770-579B-4EE0-82EF-87762FE9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85850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演示脚本把主要功能串成固定顺序，降低现场手动输入出错的风险。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1C238-5925-41D7-8AB5-5366111E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1A8A1C-0189-4304-9CBD-CF9694E1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240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1C09B1-DB4E-44FE-A5BF-C635E6DB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50482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BD5AA1-1696-4D79-85F2-2AAB1902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一键命令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6BAEB4-8161-4031-A3F6-0A9B6356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powershell -ExecutionPolicy Bypass \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-File .\scripts\demo.ps1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8D2B4-35EC-4715-83D2-23E5CFC1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输出目录：out/demo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EEBE01-0201-48B3-8324-4BABFD11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85950"/>
            <a:ext cx="514350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C93D6A-9CF4-4FB3-954F-5972F2F9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526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脚本展示顺序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867DC2-D19A-4500-B8CA-3C7EC88D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432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41390B-B526-429A-BD36-55D7FEA4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57500"/>
            <a:ext cx="3867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DFA 搜索和捕获组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E3ECD1-6369-4EFA-959A-013686CA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09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8AE6A5-5ADF-4530-9F2C-DA4F97D5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24225"/>
            <a:ext cx="3867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token、AST、NFA、MinDFA dump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B3D9B3-C86C-48EA-88F7-EBD0D470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766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A23DE3-CD7B-4F2E-8EE6-F03F3BFD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90950"/>
            <a:ext cx="3867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NFA 与 MinDFA 的 DOT 文件导出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C01ACB-A2BA-45C9-9E83-94D9B764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272759-3C8F-40EA-93F0-4F599E41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57675"/>
            <a:ext cx="3867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benchmark 和 performance.csv 生成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3C2199-5A5E-463E-A747-ADCA50BF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101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4551CA-136C-4C79-ABDA-B347D9CA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24400"/>
            <a:ext cx="3867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检测 Graphviz，存在时自动渲染 PNG</a:t>
            </a:r>
          </a:p>
        </p:txBody>
      </p:sp>
    </p:spTree>
    <p:extLst>
      <p:ext uri="{BB962C8B-B14F-4D97-AF65-F5344CB8AC3E}">
        <p14:creationId xmlns:p14="http://schemas.microsoft.com/office/powerpoint/2010/main" val="4874107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37494B-9FBF-42D1-856C-35C94777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遇到的问题都变成了明确的工程取舍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6EF9E6-B495-429A-B397-84F1A522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85850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汇报时可以重点讲原因、处理方式和当前限制。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711E2-D93F-46AF-8D76-2CE00668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A738D4-1A80-40FD-9A62-702AC762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240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57200" y="1885950"/>
          <a:ext xmlns:a="http://schemas.openxmlformats.org/drawingml/2006/main" cx="108585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41343"/>
                <a:gridCol w="3241343"/>
                <a:gridCol w="4375813"/>
              </a:tblGrid>
              <a:tr h="6477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问题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处理方式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汇报时的说法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Windows 缺少 CMake/GCC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新增 build-msvc.ps1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先保证本机可构建、可测试、可演示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Graphviz 未安装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先生成 .dot 文件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装好 Graphviz 后可直接渲染 PNG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DFA 不天然保存捕获路径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DFA 定位整体区间，NFA 回填捕获组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兼顾 DFA 速度和捕获组正确性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POSIX/Valgrind 依赖 Linux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CMake 保留条件入口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WSL/Linux 环境中补跑正式对照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6056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96F1F1-A85D-45C9-BAAA-2AADB1E5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最终交付物覆盖代码、文档、工具和演示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0A4B40-A9E9-47B2-AF0C-E9DCE454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85850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第十四天可以把项目状态定位为：功能完成，等待外部 Linux 工具补充正式环境报告。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8F7459-64C1-4C62-AD8D-9950C95A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93FED9-9472-4439-A7BA-BA16DD98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240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E6305D-BF6C-4472-B755-F2B6F89B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5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72B2EC-85BB-4C11-955C-D28376AB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7867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354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核心代码：charset、lexer、parser、AST、NFA、DFA、MinDFA、DOT、统一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526CB7-0395-473D-AD55-0A3B9299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908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5225C3-17CA-4FCE-8C28-D7EBA77D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05075"/>
            <a:ext cx="7867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测试代码：单元测试、压力测试、一致性测试、DOT 结构测试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792B9B-617F-4B06-A73D-4F2344DF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956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397BC2-6AB8-4607-8B85-B1824025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7867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命令行工具：rx_cli、rx_dump_*、rx_bench、rx_dump_dot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B0FA30-C8DF-46BB-B66D-5356A715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2F150A-A7D6-4524-844F-E1B2493F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14725"/>
            <a:ext cx="7867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文档材料：系统设计文档、每日进度、性能报告、审计记录、最终 PPT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FFECC4-49B4-49F7-8DFD-F3F4AB81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052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B4B391-E1A4-4A54-8173-A0AF32F8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7867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演示材料：scripts/demo.ps1 和 out/demo 生成产物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D2901B-DFA7-4E09-B541-859F2692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38350"/>
            <a:ext cx="23050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4B0FD7-8C9F-4625-8450-B2ACEEE4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431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现场收尾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D61522-79F7-4E1C-9E0F-13399F0B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990850"/>
            <a:ext cx="1619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运行 demo.ps1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展示输出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打开 out/demo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说明限制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回答问题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CC3B66-7413-4BF0-85C2-77094891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一句话总结：这是一个已实现、已测试、可演示的教学型正则表达式引擎。</a:t>
            </a:r>
          </a:p>
        </p:txBody>
      </p:sp>
    </p:spTree>
    <p:extLst>
      <p:ext uri="{BB962C8B-B14F-4D97-AF65-F5344CB8AC3E}">
        <p14:creationId xmlns:p14="http://schemas.microsoft.com/office/powerpoint/2010/main" val="20702484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2026-07-09T12:06:20.8300000Z</dcterms:created>
  <dcterms:modified xsi:type="dcterms:W3CDTF">2026-07-09T12:06:20.8300000Z</dcterms:modified>
</coreProperties>
</file>